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xcp4UlNN98PSSevrItay01nvN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Continuidad de la plataforma Enci-Intel para Encipharm S.A.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529700" y="1710375"/>
            <a:ext cx="4561780" cy="4900081"/>
            <a:chOff x="0" y="0"/>
            <a:chExt cx="7633500" cy="435060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0" y="0"/>
              <a:ext cx="75603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Sebastian La Rosa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 y análisis funcional.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278907" y="1495494"/>
              <a:ext cx="63414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Díaz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lador 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Backend e integración.</a:t>
              </a:r>
              <a:endPara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365003" y="2991000"/>
              <a:ext cx="72684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Lily Rendic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Desarrollador Frontend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Frontend y visualizaciones.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NTELIGENCIA DE MERCADO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363722" y="910950"/>
            <a:ext cx="870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101" name="Google Shape;101;p2"/>
          <p:cNvGrpSpPr/>
          <p:nvPr/>
        </p:nvGrpSpPr>
        <p:grpSpPr>
          <a:xfrm>
            <a:off x="5794350" y="2304462"/>
            <a:ext cx="5316733" cy="3215705"/>
            <a:chOff x="0" y="0"/>
            <a:chExt cx="7633500" cy="2855105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0"/>
              <a:ext cx="75603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Natalia Quintana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 : Ingeniero de Datos 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Agentes, datos y alertas.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78932" y="1495505"/>
              <a:ext cx="66486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Marcelo Carvajal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DevOps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 Cloud, seguridad, CI/CD y calidad.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“INTELIGENCIA DE MERCADO”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571500" y="2150000"/>
            <a:ext cx="4663500" cy="38049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Encipharm realiza gran parte de su proceso de inteligencia de mercado de forma manual, utilizando planillas Excel y consultando distintas fuentes de información.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proceso puede generar tiempos de entre 1 y 7 días para recopilar y revisar información sobre precios, productos, cambios regulatorios y competidores, dificultando el acceso oportuno a información relevante para la toma de decisiones.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12075" y="2177325"/>
            <a:ext cx="4838100" cy="3777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 continuidad al desarrollo de Enci-Intel, plataforma de inteligencia de mercado para Encipharm, orientada a automatizar la recopilación, análisis y visualización de información relevante.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busca fortalecer el monitoreo de productos, precios y competidores mediante agentes y alertas, integrando las nuevas funcionalidades con los componentes ya desarrollados.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525703" y="3687533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14525" y="1155250"/>
            <a:ext cx="48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6238100" y="1155250"/>
            <a:ext cx="48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25" y="2034525"/>
            <a:ext cx="4836000" cy="388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 continuidad y completar el MVP de Enci‑Intel mediante la integración de agentes de inteligencia, alertas, dashboard y Consultor Veterinario IA en Google Cloud, para apoyar la toma de decisiones de Encipharm y reducir el tiempo de respuesta ante cambios del mercado a menos de cuatro horas.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13125" y="1964100"/>
            <a:ext cx="4836000" cy="39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el estado actual de los componentes heredados.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 e integrar los agentes de inteligencia del MVP.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la generación y el almacenamiento de alertas en Firestore.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los endpoints críticos mediante FastAPI.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Actualizar el dashboard para consultar y gestionar alertas.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el Consultor Veterinario IA.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Desplegar y validar la plataforma en Google Cloud, incorporando seguridad, CI/CD y pruebas.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-60875" y="12703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5907150" y="2290175"/>
            <a:ext cx="5762400" cy="41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Limitaciones</a:t>
            </a:r>
            <a:endParaRPr b="1" sz="2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Plazo de 18 semanas y equipo de cinco integrantes.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Dependencia del código, documentación y componentes heredados.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Acceso limitado a GCP y a fuentes externas como ISP, SAG y Aduanas.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Posibles restricciones técnicas, costos o cambios en las fuentes de datos.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El Análisis de Productos, Mapa Competitivo y reportes avanzados dependerán del avance y de la validación del Product Owner.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83925" y="2135975"/>
            <a:ext cx="4555200" cy="426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Alcance</a:t>
            </a:r>
            <a:endParaRPr b="1" sz="2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Completar e integrar los agentes de inteligencia del MVP.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Generar y visualizar alertas de mercado en el dashboard.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Integrar los endpoints críticos y el Consultor Veterinario IA.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Almacenar la información en Firestore.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Desplegar y validar la plataforma en Google Cloud.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6" name="Google Shape;146;p6"/>
          <p:cNvSpPr txBox="1"/>
          <p:nvPr/>
        </p:nvSpPr>
        <p:spPr>
          <a:xfrm>
            <a:off x="4965438" y="2078950"/>
            <a:ext cx="253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L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Metodología Scrum</a:t>
            </a:r>
            <a:endParaRPr b="1"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297200" y="3143225"/>
            <a:ext cx="33834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latin typeface="Calibri"/>
                <a:ea typeface="Calibri"/>
                <a:cs typeface="Calibri"/>
                <a:sym typeface="Calibri"/>
              </a:rPr>
              <a:t>FASE 1 — DEFINICIÓN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Diagnóstico del estado actual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Definición del alcance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Elaboración del backlog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Diseño de la solución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434887" y="3166475"/>
            <a:ext cx="35946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 — DESARROLLO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funcionalidades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agentes y servicios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módulos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del avance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8651150" y="3143225"/>
            <a:ext cx="33834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 — VALIDACIÓN Y CIERRE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y correcciones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funcionalidades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589125" y="4022800"/>
            <a:ext cx="6294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21755" y="4011375"/>
            <a:ext cx="6294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141500" y="5600700"/>
            <a:ext cx="3909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trabajo: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usuario · Criterios de aceptación · Backlog · Tablero de tareas · Git · Revisión de código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“INTELIGENCIA DE MERCADO”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o Release Plan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1" name="Google Shape;161;p7" title="Screenshot 2026-09-03 2356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7137" y="1956050"/>
            <a:ext cx="8190124" cy="4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0" y="1432655"/>
            <a:ext cx="1219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1" name="Google Shape;1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775" y="1206250"/>
            <a:ext cx="7446099" cy="51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0" y="11529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9" name="Google Shape;17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0" name="Google Shape;180;p9"/>
          <p:cNvSpPr txBox="1"/>
          <p:nvPr/>
        </p:nvSpPr>
        <p:spPr>
          <a:xfrm>
            <a:off x="1214900" y="1959550"/>
            <a:ext cx="96810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El modelo de datos de Enci-Intel utiliza Firestore, una base de datos NoSQL que organiza la información en colecciones de documentos. Las principales colecciones almacenan alertas, agentes, productos, permitiendo centralizar y consultar la información generada por la plataforma. 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1" name="Google Shape;181;p9" title="WhatsApp Image 2026-09-02 at 10.42.29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3138" y="3076100"/>
            <a:ext cx="6205725" cy="34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9" name="Google Shape;18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0" name="Google Shape;19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950" y="2211450"/>
            <a:ext cx="10164475" cy="35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